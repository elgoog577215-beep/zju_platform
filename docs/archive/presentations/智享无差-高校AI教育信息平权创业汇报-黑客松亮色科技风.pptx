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q/Desktop/ZJU_Platform/outputs/manual-20260608-sdg-ppt-v2/presentations/light-tech/rendered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q/Desktop/ZJU_Platform/outputs/manual-20260608-sdg-ppt-v2/presentations/light-tech/rendered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q/Desktop/ZJU_Platform/outputs/manual-20260608-sdg-ppt-v2/presentations/light-tech/rendered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q/Desktop/ZJU_Platform/outputs/manual-20260608-sdg-ppt-v2/presentations/light-tech/rendered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q/Desktop/ZJU_Platform/outputs/manual-20260608-sdg-ppt-v2/presentations/light-tech/rendered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q/Desktop/ZJU_Platform/outputs/manual-20260608-sdg-ppt-v2/presentations/light-tech/rendered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q/Desktop/ZJU_Platform/outputs/manual-20260608-sdg-ppt-v2/presentations/light-tech/rendered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q/Desktop/ZJU_Platform/outputs/manual-20260608-sdg-ppt-v2/presentations/light-tech/rendered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智享无差——高校AI教育信息平权创业汇报</dc:title>
  <dc:subject>PptxGenJS Presentation</dc:subject>
  <dc:creator>拓途浙享项目团队</dc:creator>
  <cp:lastModifiedBy>拓途浙享项目团队</cp:lastModifiedBy>
  <cp:revision>1</cp:revision>
  <dcterms:created xsi:type="dcterms:W3CDTF">2026-06-08T12:59:03Z</dcterms:created>
  <dcterms:modified xsi:type="dcterms:W3CDTF">2026-06-08T12:59:03Z</dcterms:modified>
</cp:coreProperties>
</file>